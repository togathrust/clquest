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tags/tag7.xml" ContentType="application/vnd.openxmlformats-officedocument.presentationml.tags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tags/tag8.xml" ContentType="application/vnd.openxmlformats-officedocument.presentationml.tags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3" r:id="rId5"/>
    <p:sldId id="261" r:id="rId6"/>
    <p:sldId id="258" r:id="rId7"/>
    <p:sldId id="265" r:id="rId8"/>
    <p:sldId id="260" r:id="rId9"/>
    <p:sldId id="264" r:id="rId10"/>
    <p:sldId id="26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3" d="100"/>
          <a:sy n="83" d="100"/>
        </p:scale>
        <p:origin x="84" y="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2:17.33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0 120 0,'7041'-120'0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2:43.183"/>
    </inkml:context>
    <inkml:brush xml:id="br0">
      <inkml:brushProperty name="width" value="0.5" units="cm"/>
      <inkml:brushProperty name="height" value="1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 0,'6887'0'0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05.8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18325,'6682'0'0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2.0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4915,'3'0'180,"7"0"181,10 0 179,13 0 181,4 0-541,2 0 181,-3 0-181,-2 0 181,-1 0-1,-3 0-180,-4 0 0,-6 0-180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4.5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118 1 10412,'-118'53'0,"504"-53"0,-267-53 0,-506 53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8.9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0 241 4915,'282'-11'3767,"125"3"606,-254 10-2258,219-19 871,-331 9-2507,-29 5-48,0 1 0,24-2 0,608 2 1936,-316 4-1725,-247-6-642,84-14 0,-42 3 0,170 2 0,-161 10 0,137-20 0,-112 7 0,162-14 0,283-19 0,-234 48 0,-176 3 0,199-11 0,-28 0 0,-343 8 0,-7 1 0,0 0 0,0 0 0,0 1 0,0 1 0,15 3 0,272 65 0,5 2 0,-259-59 0,1-2 0,75 9 0,422-7 0,-484-14 0,-46 2 0,-14-1 0,0 0 0,0 0 0,0 0 0,0 0 0,0 0 0,0 0 0,0 0 0,0 0 0,0 0 0,0 0 0,0 0 0,0 1 0,0-1 0,0 0 0,0 0 0,0 0 0,-1 0 0,1 0 0,0 0 0,0 0 0,0 0 0,0 0 0,0 0 0,0 0 0,0 0 0,0 0 0,0 0 0,0 0 0,0 0 0,0 0 0,0 0 0,0 0 0,0 0 0,0 1 0,0-1 0,0 0 0,0 0 0,0 0 0,0 0 0,0 0 0,1 0 0,-1 0 0,0 0 0,0 0 0,0 0 0,0 0 0,0 0 0,0 0 0,0 0 0,0 0 0,0 0 0,0 0 0,0 0 0,0 0 0,0 0 0,0 0 0,0 0 0,-23 7 0,-527 115 0,219-79 0,-6-28 0,302-16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21.9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5971 101 20779,'-5970'0'0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26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14115,'7519'0'0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32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15591,'7501'0'0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3.5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 2 4915,'89'-1'1611,"98"3"59,-168 0-1326,0 1 0,29 10 1,9 1 430,-38-7-562,-12-2-26,-7-5-181,0 0 1,0 0-1,0 0 0,0 1 0,0-1 1,0 0-1,0 0 0,0 0 1,0 0-1,0 0 0,0 1 0,0-1 1,0 0-1,0 0 0,0 0 1,0 0-1,0 0 0,0 0 0,0 0 1,0 0-1,-1 1 0,1-1 1,0 0-1,0 0 0,0 0 0,0 0 1,0 0-1,0 0 0,0 0 1,-1 0-1,1 0 0,0 0 0,0 0 1,0 0-1,0 0 0,0 0 1,0 0-1,-1 0 0,1 0 0,0 0 1,0 0-1,0 0 0,0 0 1,0 0-1,0 0 0,-1 0 0,1 0 1,0 0-1,0 0 0,0 0 1,-4 0 73,0 0 1,0 0 0,0-1 0,1 1-1,-1-1 1,-5-1 0,-15-3 465,-287-1 2510,191 7-1847,101-1-1179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5.8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17962,'11492'0'0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4:04.8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10162 380 4915,'-188'8'4073,"-87"25"-2483,93-19 443,46-5-822,-141-3 3122,171-8-2448,-850 32 1012,872-25-2897,-627 31 0,702-36 0,0 0 0,-1 0 0,1-1 0,0 0 0,0 0 0,0-1 0,0-1 0,0 1 0,0-1 0,-13-7 0,-2 0 0,-1 1 0,0 1 0,-1 1 0,-47-6 0,-106-2 0,176 15 0,-242-9 0,-128-8 0,319 12 0,-635-37 0,632 42 0,-42-1 0,-113 14 0,140-7 0,-90-4 0,88-2 0,-739-1 0,742 0-316,1-3 0,-113-22-1,-174-36-4051,1 13 3622,292 40 1008,-29-5-126,36 4 311,-73-3 0,-144 13 764,-7 0-590,240-2-446,1-2 1,0-2-1,1-2 0,-1-1 1,-41-16-1,50 14-26,0 1 0,-1 2 0,-1 2 1,1 0-1,-1 2 0,-54 1 0,56 6-12,1 2 1,-47 13-1,49-10-29,0-2 0,0-1-1,-45 3 1,-235 15-108,101-4 0,152-14 0,24-2 0,-1-1 0,1-1 0,-48-6 0,64 1-66,-1-1 1,1-1-1,1 0 0,-1-1 0,1 0 1,0-1-1,-20-16 0,13 10 6,8 4-184,0 0-1,-11-12 1,18 16 192,0-1-1,0 2 1,-1-1-1,0 1 1,0 0 0,0 0-1,0 1 1,-1 0-1,0 1 1,0-1 0,-14-3-1,11 5 70,0 0-1,0 1 1,1 0-1,-1 0 0,0 2 1,-12 0-1,53 7 179,220 2 190,-53-4-297,-182-5-65,1 1 1,-1 1 0,0 1-1,28 10 1,52 30 182,6 2-57,138 29 48,-170-55-128,-52-16-28,-1-2 0,1 1-1,0-2 1,26 0 0,15 0 22,138 25 63,-101-12-93,-12-7-33,137-5 0,-45-3 0,-160 3 0,0 0 0,0 1 0,0 1 0,0 0 0,0 1 0,-1 0 0,19 11 0,-18-9 0,1 0 0,0 0 0,1-2 0,-1 0 0,23 3 0,77-4 0,-16-2 0,-94-1 0,1 1 0,-1 0 0,0 1 0,0-1 0,-1 1 0,1 1 0,0-1 0,-1 1 0,0-1 0,0 2 0,6 5 0,26 18 0,-7-13 0,0-1 0,45 15 0,67 12 0,-98-29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13.9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0 207 18492,'7166'-206'0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17.2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0 433 17892,'7496'-433'0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24.4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1 496 16087,'7557'-496'0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33.6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0 516 20234,'7188'-516'0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39.2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44 4915,'40'2'816,"-1"2"0,42 9 0,34 4 234,1-14-309,26 4 232,-115-3-605,1 2 0,31 12 0,-38-11-100,1 0-1,1-2 1,-1 0 0,29 1 0,41-5 483,65 5 1093,-62 2-708,0-4-1,0-4 0,1-4 0,185-33 1,-240 29-689,1 2 1,-1 1 0,66 2 0,-59 4-391,427-2 190,-280-19-247,18-1 0,-116 19 0,146-7 0,-177 3 0,120 4 0,-61 20 0,-91-13 0,146 13 0,115-18-167,-205-4 14,116-20 1,185-29 135,-373 51 24,1 1 0,27 1 1,-40 1-6,0 0 0,0 0 1,0 0-1,0 1 0,-1 0 1,1 0-1,0 0 1,-1 1-1,0 0 0,1 0 1,5 5-1,1 0 6,1 0 0,-1-1 0,1 0 0,0-1 0,1-1 0,0 0 0,0-1 0,26 5 0,9-2 13,59 1 0,-96-7-19,132-1 21,10 1 16,-68 8-10,11 1 1,-42-8-21,-24-3 2,0 2-1,-1 2 1,1 0-1,-1 2 0,33 10 1,-29-5-2,0-2 1,1-1-1,0-2 1,36 2-1,143-7 61,-108-2-57,310 2-13,-387-2 0,0-1 0,53-12 0,-37 6 0,-3 0 0,-9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44.8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 19539,'6775'0'0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53.7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4908 1 4915,'-148'12'1847,"85"-4"-1264,-159 32 1602,165-26-1553,0-3 1,-1-3-1,-85 3 0,103-9 158,1 1 1,-78 18-1,51-8-228,-3-3 180,-1-3 1,-98-1 0,135-5-133,-42 7 1,-4 0 162,-385-5 2127,254-4-2077,111-1-823,-113 4 0,169 3 0,-46 11 0,53-8 0,0-2 0,-48 2 0,-310-8 0,171-1 0,181-1 0,-42-7 0,42 3 0,-44 1 0,24 7 0,-64 9 0,30-2 0,-143-8 0,114-2 0,79 1 0,-471 18 0,488-13 0,9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5:58.4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3394 2 4915,'-143'-2'1819,"-161"4"1055,258 1-2410,0 2 1,0 2 0,1 2-1,-1 2 1,-52 20-1,-115 39 1726,110-37-1469,73-25-306,1-2 0,-1-1 0,-31 2 0,16-3-230,-131 3 1460,118-7-823,-71 8 0,10 17 109,92-20-671,0-1 1,-1-2-1,1-1 1,-47-3-1,4 0 4,-269 2-264,304 1 0,-55 11 0,46-6 0,-376 57 0,393-58 0,-28 9 0,35-8 0,0 0 0,-40 4 0,7-4 0,1 2 0,-79 24 0,103-24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6:02.5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1 288 4915,'1'-20'0,"1"0"0,6-26 0,-4 25 0,2-38 0,-6-36 30,0 523 4355,0-865-5323,0 420 930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6:09.9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12755,'20'1218'0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8:26:11.4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65 4915,'7'0'360,"13"-4"210,6 0-389,7-4 222,3 0-43,0-3-105,-2 1-75,-5 2 0,-2 3 1,-3 1-1,-3 2 0,4 2 180,0 0-179,-1 0-1,-1 1 0,0-1 0,-5 0-180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2:17.33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0 120 0,'7041'-120'0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2:43.183"/>
    </inkml:context>
    <inkml:brush xml:id="br0">
      <inkml:brushProperty name="width" value="0.5" units="cm"/>
      <inkml:brushProperty name="height" value="1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 0,'6887'0'0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05.8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18325,'6682'0'0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2.0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4915,'3'0'180,"7"0"181,10 0 179,13 0 181,4 0-541,2 0 181,-3 0-181,-2 0 181,-1 0-1,-3 0-180,-4 0 0,-6 0-180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4.5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118 1 10412,'-118'53'0,"504"-53"0,-267-53 0,-506 53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8.9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0 241 4915,'282'-11'3767,"125"3"606,-254 10-2258,219-19 871,-331 9-2507,-29 5-48,0 1 0,24-2 0,608 2 1936,-316 4-1725,-247-6-642,84-14 0,-42 3 0,170 2 0,-161 10 0,137-20 0,-112 7 0,162-14 0,283-19 0,-234 48 0,-176 3 0,199-11 0,-28 0 0,-343 8 0,-7 1 0,0 0 0,0 0 0,0 1 0,0 1 0,15 3 0,272 65 0,5 2 0,-259-59 0,1-2 0,75 9 0,422-7 0,-484-14 0,-46 2 0,-14-1 0,0 0 0,0 0 0,0 0 0,0 0 0,0 0 0,0 0 0,0 0 0,0 0 0,0 0 0,0 0 0,0 0 0,0 1 0,0-1 0,0 0 0,0 0 0,0 0 0,-1 0 0,1 0 0,0 0 0,0 0 0,0 0 0,0 0 0,0 0 0,0 0 0,0 0 0,0 0 0,0 0 0,0 0 0,0 0 0,0 0 0,0 0 0,0 0 0,0 0 0,0 1 0,0-1 0,0 0 0,0 0 0,0 0 0,0 0 0,0 0 0,1 0 0,-1 0 0,0 0 0,0 0 0,0 0 0,0 0 0,0 0 0,0 0 0,0 0 0,0 0 0,0 0 0,0 0 0,0 0 0,0 0 0,0 0 0,0 0 0,0 0 0,-23 7 0,-527 115 0,219-79 0,-6-28 0,302-16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21.9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5971 101 20779,'-5970'0'0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26.1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14115,'7519'0'0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32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15591,'7501'0'0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3.5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 2 4915,'89'-1'1611,"98"3"59,-168 0-1326,0 1 0,29 10 1,9 1 430,-38-7-562,-12-2-26,-7-5-181,0 0 1,0 0-1,0 0 0,0 1 0,0-1 1,0 0-1,0 0 0,0 0 1,0 0-1,0 0 0,0 1 0,0-1 1,0 0-1,0 0 0,0 0 1,0 0-1,0 0 0,0 0 0,0 0 1,0 0-1,-1 1 0,1-1 1,0 0-1,0 0 0,0 0 0,0 0 1,0 0-1,0 0 0,0 0 1,-1 0-1,1 0 0,0 0 0,0 0 1,0 0-1,0 0 0,0 0 1,0 0-1,-1 0 0,1 0 0,0 0 1,0 0-1,0 0 0,0 0 1,0 0-1,0 0 0,-1 0 0,1 0 1,0 0-1,0 0 0,0 0 1,-4 0 73,0 0 1,0 0 0,0-1 0,1 1-1,-1-1 1,-5-1 0,-15-3 465,-287-1 2510,191 7-1847,101-1-1179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5.8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17962,'11492'0'0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4:04.8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10162 380 4915,'-188'8'4073,"-87"25"-2483,93-19 443,46-5-822,-141-3 3122,171-8-2448,-850 32 1012,872-25-2897,-627 31 0,702-36 0,0 0 0,-1 0 0,1-1 0,0 0 0,0 0 0,0-1 0,0-1 0,0 1 0,0-1 0,-13-7 0,-2 0 0,-1 1 0,0 1 0,-1 1 0,-47-6 0,-106-2 0,176 15 0,-242-9 0,-128-8 0,319 12 0,-635-37 0,632 42 0,-42-1 0,-113 14 0,140-7 0,-90-4 0,88-2 0,-739-1 0,742 0-316,1-3 0,-113-22-1,-174-36-4051,1 13 3622,292 40 1008,-29-5-126,36 4 311,-73-3 0,-144 13 764,-7 0-590,240-2-446,1-2 1,0-2-1,1-2 0,-1-1 1,-41-16-1,50 14-26,0 1 0,-1 2 0,-1 2 1,1 0-1,-1 2 0,-54 1 0,56 6-12,1 2 1,-47 13-1,49-10-29,0-2 0,0-1-1,-45 3 1,-235 15-108,101-4 0,152-14 0,24-2 0,-1-1 0,1-1 0,-48-6 0,64 1-66,-1-1 1,1-1-1,1 0 0,-1-1 0,1 0 1,0-1-1,-20-16 0,13 10 6,8 4-184,0 0-1,-11-12 1,18 16 192,0-1-1,0 2 1,-1-1-1,0 1 1,0 0 0,0 0-1,0 1 1,-1 0-1,0 1 1,0-1 0,-14-3-1,11 5 70,0 0-1,0 1 1,1 0-1,-1 0 0,0 2 1,-12 0-1,53 7 179,220 2 190,-53-4-297,-182-5-65,1 1 1,-1 1 0,0 1-1,28 10 1,52 30 182,6 2-57,138 29 48,-170-55-128,-52-16-28,-1-2 0,1 1-1,0-2 1,26 0 0,15 0 22,138 25 63,-101-12-93,-12-7-33,137-5 0,-45-3 0,-160 3 0,0 0 0,0 1 0,0 1 0,0 0 0,0 1 0,-1 0 0,19 11 0,-18-9 0,1 0 0,0 0 0,1-2 0,-1 0 0,23 3 0,77-4 0,-16-2 0,-94-1 0,1 1 0,-1 0 0,0 1 0,0-1 0,-1 1 0,1 1 0,0-1 0,-1 1 0,0-1 0,0 2 0,6 5 0,26 18 0,-7-13 0,0-1 0,45 15 0,67 12 0,-98-29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2:17.33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0 120 0,'7041'-120'0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05.8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18325,'6682'0'0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2.0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4915,'3'0'180,"7"0"181,10 0 179,13 0 181,4 0-541,2 0 181,-3 0-181,-2 0 181,-1 0-1,-3 0-180,-4 0 0,-6 0-180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4.5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118 1 10412,'-118'53'0,"504"-53"0,-267-53 0,-506 53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18.9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0 241 4915,'282'-11'3767,"125"3"606,-254 10-2258,219-19 871,-331 9-2507,-29 5-48,0 1 0,24-2 0,608 2 1936,-316 4-1725,-247-6-642,84-14 0,-42 3 0,170 2 0,-161 10 0,137-20 0,-112 7 0,162-14 0,283-19 0,-234 48 0,-176 3 0,199-11 0,-28 0 0,-343 8 0,-7 1 0,0 0 0,0 0 0,0 1 0,0 1 0,15 3 0,272 65 0,5 2 0,-259-59 0,1-2 0,75 9 0,422-7 0,-484-14 0,-46 2 0,-14-1 0,0 0 0,0 0 0,0 0 0,0 0 0,0 0 0,0 0 0,0 0 0,0 0 0,0 0 0,0 0 0,0 0 0,0 1 0,0-1 0,0 0 0,0 0 0,0 0 0,-1 0 0,1 0 0,0 0 0,0 0 0,0 0 0,0 0 0,0 0 0,0 0 0,0 0 0,0 0 0,0 0 0,0 0 0,0 0 0,0 0 0,0 0 0,0 0 0,0 0 0,0 1 0,0-1 0,0 0 0,0 0 0,0 0 0,0 0 0,0 0 0,1 0 0,-1 0 0,0 0 0,0 0 0,0 0 0,0 0 0,0 0 0,0 0 0,0 0 0,0 0 0,0 0 0,0 0 0,0 0 0,0 0 0,0 0 0,0 0 0,0 0 0,-23 7 0,-527 115 0,219-79 0,-6-28 0,302-16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21.9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5971 101 20779,'-5970'0'0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3.5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65 2 4915,'89'-1'1611,"98"3"59,-168 0-1326,0 1 0,29 10 1,9 1 430,-38-7-562,-12-2-26,-7-5-181,0 0 1,0 0-1,0 0 0,0 1 0,0-1 1,0 0-1,0 0 0,0 0 1,0 0-1,0 0 0,0 1 0,0-1 1,0 0-1,0 0 0,0 0 1,0 0-1,0 0 0,0 0 0,0 0 1,0 0-1,-1 1 0,1-1 1,0 0-1,0 0 0,0 0 0,0 0 1,0 0-1,0 0 0,0 0 1,-1 0-1,1 0 0,0 0 0,0 0 1,0 0-1,0 0 0,0 0 1,0 0-1,-1 0 0,1 0 0,0 0 1,0 0-1,0 0 0,0 0 1,0 0-1,0 0 0,-1 0 0,1 0 1,0 0-1,0 0 0,0 0 1,-4 0 73,0 0 1,0 0 0,0-1 0,1 1-1,-1-1 1,-5-1 0,-15-3 465,-287-1 2510,191 7-1847,101-1-1179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3:45.8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17962,'11492'0'0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8T17:44:04.8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10162 380 4915,'-188'8'4073,"-87"25"-2483,93-19 443,46-5-822,-141-3 3122,171-8-2448,-850 32 1012,872-25-2897,-627 31 0,702-36 0,0 0 0,-1 0 0,1-1 0,0 0 0,0 0 0,0-1 0,0-1 0,0 1 0,0-1 0,-13-7 0,-2 0 0,-1 1 0,0 1 0,-1 1 0,-47-6 0,-106-2 0,176 15 0,-242-9 0,-128-8 0,319 12 0,-635-37 0,632 42 0,-42-1 0,-113 14 0,140-7 0,-90-4 0,88-2 0,-739-1 0,742 0-316,1-3 0,-113-22-1,-174-36-4051,1 13 3622,292 40 1008,-29-5-126,36 4 311,-73-3 0,-144 13 764,-7 0-590,240-2-446,1-2 1,0-2-1,1-2 0,-1-1 1,-41-16-1,50 14-26,0 1 0,-1 2 0,-1 2 1,1 0-1,-1 2 0,-54 1 0,56 6-12,1 2 1,-47 13-1,49-10-29,0-2 0,0-1-1,-45 3 1,-235 15-108,101-4 0,152-14 0,24-2 0,-1-1 0,1-1 0,-48-6 0,64 1-66,-1-1 1,1-1-1,1 0 0,-1-1 0,1 0 1,0-1-1,-20-16 0,13 10 6,8 4-184,0 0-1,-11-12 1,18 16 192,0-1-1,0 2 1,-1-1-1,0 1 1,0 0 0,0 0-1,0 1 1,-1 0-1,0 1 1,0-1 0,-14-3-1,11 5 70,0 0-1,0 1 1,1 0-1,-1 0 0,0 2 1,-12 0-1,53 7 179,220 2 190,-53-4-297,-182-5-65,1 1 1,-1 1 0,0 1-1,28 10 1,52 30 182,6 2-57,138 29 48,-170-55-128,-52-16-28,-1-2 0,1 1-1,0-2 1,26 0 0,15 0 22,138 25 63,-101-12-93,-12-7-33,137-5 0,-45-3 0,-160 3 0,0 0 0,0 1 0,0 1 0,0 0 0,0 1 0,-1 0 0,19 11 0,-18-9 0,1 0 0,0 0 0,1-2 0,-1 0 0,23 3 0,77-4 0,-16-2 0,-94-1 0,1 1 0,-1 0 0,0 1 0,0-1 0,-1 1 0,1 1 0,0-1 0,-1 1 0,0-1 0,0 2 0,6 5 0,26 18 0,-7-13 0,0-1 0,45 15 0,67 12 0,-98-29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93FDD-67C4-0FF8-C234-10ACAD64D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9E3573-9C90-5328-1C6E-ABA00D640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BC75EE-0564-4403-CFDF-5D8F84E6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F49ADB-B4C0-7430-76AB-E86842E2D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7C6123-FE94-4D35-D13E-8F11CD54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6368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70FC5B-578C-B164-F2DF-EF489D7E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0AABDC-74D6-EC54-A599-A184CB058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DF7CC4-4507-403B-FABF-336F9586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628CAC-02B2-58E5-BCF5-DF37121D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9CA79-5BBE-AD6D-75F8-E2A042EA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8834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348889-75C9-56D4-2B11-BD409899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52440C-B48F-9496-AFDA-697A043C7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EEECBB-150C-C79D-9DE6-DBEF1172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63C862-9C2E-E5CB-77BD-1B9A392C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A63BED-B63C-3AC5-412A-077A0E5D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997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26346F-0CA0-5F26-D450-E95E2B2D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EA20DA-C279-932F-0FB4-DC995C517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40EFC5-47F9-D49E-AC72-07ABBCA0A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D05E8A-71EE-0E5B-7C86-EAAA9F21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DB511F-4EB1-8FB0-5BAA-50829BEF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B313FF-E3DD-4DF8-8504-D799F157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9413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48082A-3DB1-70CA-68F6-B2F6584A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37AA83-FCB1-8247-5D5A-2B6906AC2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3FE7EC-5576-0516-7B58-349E0EF70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850900E-3775-99CE-34F5-4D8FA523CA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9117F85-B35C-B479-4289-C85DAFFA4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254929E-FEC6-B667-737B-DBE34C83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2F65311-AF83-4CBE-9412-55C793C9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859224F-F274-ED4A-2964-DEAD869A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6163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2ACBB3-B373-8470-FA51-6DFA5532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60367D-A0D2-22F1-4FC8-10C33105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E2E2257-E360-CC4B-BC50-5AE5B33C3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09B5DF-7742-45AD-5AD8-32E4FEC6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724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9F03FFE-67C6-040A-F094-DE03C0E1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26C9D1F-D90C-880D-6EA1-C19064CC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269DDD-CC9C-9CD6-3C20-83519249C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6400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A1793A-FF90-53F4-2EE2-57DAB578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932802-BC42-6BD3-26D6-9AFD92370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6F510E-388D-6EE1-6B2A-1DC44B84E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82B6F1-343E-35FD-4650-DF4617B3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85685D-2BE5-59BA-0887-07F99A99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96ECE2-77EE-F3CB-F245-4BD42FF1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2377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B450C6-3B7C-1178-7FF6-D6E924239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AE65E7-CECA-D47E-28EA-C4CBF56CE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1665D8-DEAD-3D1F-4C2D-7CDFDB053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FA3F11-85EE-3243-B283-2E0EEE7C3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2B391E-311A-D67F-EF6B-5911A194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7360A4-7381-6943-6E53-624DF9A3C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8599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CA5820-0BF7-3189-D35E-23936C08A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D211EE-D669-2F41-9A3B-463EAA519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74999F-81A1-2C70-8A14-660D0D22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B903A1-3EA2-0623-505C-8114735D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565028-3FEF-A386-8E2E-F2993BAD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3927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4B5B949-7E5A-A324-3E09-797CB51D9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0CD179-61A3-33F3-F590-A1E4E7101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EF8E5C-BA4A-0D23-84FC-F28218D3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FB692-63D1-068F-92A4-B2E3F22A6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DEC8CF-02B0-1AA4-712B-53A65753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5036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6B9B2E8-F5B7-B25C-55DD-EA9ADE2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3E121A-FE5F-EE19-2E2F-7BCB8D05E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C477A1-3BA8-C48B-3D37-13877D2C1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F889A-ECF5-4E22-A97F-EB75347E2AB8}" type="datetimeFigureOut">
              <a:rPr lang="fr-BE" smtClean="0"/>
              <a:t>28-03-26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EE271A-7DF0-969A-2046-61FCC98ED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D60047-7963-AB40-9ADE-66DF403CE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016B9-E485-44F1-93AD-56D9D339162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0168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7.png"/><Relationship Id="rId21" Type="http://schemas.openxmlformats.org/officeDocument/2006/relationships/image" Target="../media/image18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31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6" Type="http://schemas.openxmlformats.org/officeDocument/2006/relationships/customXml" Target="../ink/ink7.xml"/><Relationship Id="rId29" Type="http://schemas.openxmlformats.org/officeDocument/2006/relationships/image" Target="../media/image22.png"/><Relationship Id="rId11" Type="http://schemas.openxmlformats.org/officeDocument/2006/relationships/image" Target="../media/image13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6.png"/><Relationship Id="rId40" Type="http://schemas.openxmlformats.org/officeDocument/2006/relationships/customXml" Target="../ink/ink19.xml"/><Relationship Id="rId45" Type="http://schemas.openxmlformats.org/officeDocument/2006/relationships/image" Target="../media/image30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32.png"/><Relationship Id="rId10" Type="http://schemas.openxmlformats.org/officeDocument/2006/relationships/customXml" Target="../ink/ink4.xml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12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1.png"/><Relationship Id="rId30" Type="http://schemas.openxmlformats.org/officeDocument/2006/relationships/customXml" Target="../ink/ink14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3" Type="http://schemas.openxmlformats.org/officeDocument/2006/relationships/image" Target="../media/image9.jpg"/><Relationship Id="rId12" Type="http://schemas.openxmlformats.org/officeDocument/2006/relationships/customXml" Target="../ink/ink5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28.png"/><Relationship Id="rId1" Type="http://schemas.openxmlformats.org/officeDocument/2006/relationships/tags" Target="../tags/tag6.xml"/><Relationship Id="rId6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29.xml"/><Relationship Id="rId18" Type="http://schemas.openxmlformats.org/officeDocument/2006/relationships/image" Target="../media/image34.png"/><Relationship Id="rId26" Type="http://schemas.openxmlformats.org/officeDocument/2006/relationships/image" Target="../media/image37.png"/><Relationship Id="rId3" Type="http://schemas.openxmlformats.org/officeDocument/2006/relationships/customXml" Target="../ink/ink24.xml"/><Relationship Id="rId21" Type="http://schemas.openxmlformats.org/officeDocument/2006/relationships/customXml" Target="../ink/ink33.xml"/><Relationship Id="rId7" Type="http://schemas.openxmlformats.org/officeDocument/2006/relationships/customXml" Target="../ink/ink26.xml"/><Relationship Id="rId12" Type="http://schemas.openxmlformats.org/officeDocument/2006/relationships/image" Target="../media/image14.png"/><Relationship Id="rId17" Type="http://schemas.openxmlformats.org/officeDocument/2006/relationships/customXml" Target="../ink/ink31.xml"/><Relationship Id="rId25" Type="http://schemas.openxmlformats.org/officeDocument/2006/relationships/customXml" Target="../ink/ink35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png"/><Relationship Id="rId20" Type="http://schemas.openxmlformats.org/officeDocument/2006/relationships/image" Target="../media/image35.png"/><Relationship Id="rId1" Type="http://schemas.openxmlformats.org/officeDocument/2006/relationships/tags" Target="../tags/tag7.xml"/><Relationship Id="rId6" Type="http://schemas.openxmlformats.org/officeDocument/2006/relationships/image" Target="../media/image11.png"/><Relationship Id="rId11" Type="http://schemas.openxmlformats.org/officeDocument/2006/relationships/customXml" Target="../ink/ink28.xml"/><Relationship Id="rId24" Type="http://schemas.openxmlformats.org/officeDocument/2006/relationships/image" Target="../media/image20.png"/><Relationship Id="rId5" Type="http://schemas.openxmlformats.org/officeDocument/2006/relationships/customXml" Target="../ink/ink25.xml"/><Relationship Id="rId15" Type="http://schemas.openxmlformats.org/officeDocument/2006/relationships/customXml" Target="../ink/ink30.xml"/><Relationship Id="rId23" Type="http://schemas.openxmlformats.org/officeDocument/2006/relationships/customXml" Target="../ink/ink34.xml"/><Relationship Id="rId10" Type="http://schemas.openxmlformats.org/officeDocument/2006/relationships/image" Target="../media/image13.png"/><Relationship Id="rId19" Type="http://schemas.openxmlformats.org/officeDocument/2006/relationships/customXml" Target="../ink/ink32.xml"/><Relationship Id="rId4" Type="http://schemas.openxmlformats.org/officeDocument/2006/relationships/image" Target="../media/image10.png"/><Relationship Id="rId9" Type="http://schemas.openxmlformats.org/officeDocument/2006/relationships/customXml" Target="../ink/ink27.xml"/><Relationship Id="rId14" Type="http://schemas.openxmlformats.org/officeDocument/2006/relationships/image" Target="../media/image33.png"/><Relationship Id="rId22" Type="http://schemas.openxmlformats.org/officeDocument/2006/relationships/image" Target="../media/image36.png"/><Relationship Id="rId27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41.xml"/><Relationship Id="rId18" Type="http://schemas.openxmlformats.org/officeDocument/2006/relationships/image" Target="../media/image20.png"/><Relationship Id="rId3" Type="http://schemas.openxmlformats.org/officeDocument/2006/relationships/customXml" Target="../ink/ink36.xml"/><Relationship Id="rId21" Type="http://schemas.openxmlformats.org/officeDocument/2006/relationships/image" Target="../media/image1.png"/><Relationship Id="rId7" Type="http://schemas.openxmlformats.org/officeDocument/2006/relationships/customXml" Target="../ink/ink38.xml"/><Relationship Id="rId12" Type="http://schemas.openxmlformats.org/officeDocument/2006/relationships/image" Target="../media/image33.png"/><Relationship Id="rId17" Type="http://schemas.openxmlformats.org/officeDocument/2006/relationships/customXml" Target="../ink/ink43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png"/><Relationship Id="rId20" Type="http://schemas.openxmlformats.org/officeDocument/2006/relationships/image" Target="../media/image37.png"/><Relationship Id="rId1" Type="http://schemas.openxmlformats.org/officeDocument/2006/relationships/tags" Target="../tags/tag8.xml"/><Relationship Id="rId6" Type="http://schemas.openxmlformats.org/officeDocument/2006/relationships/image" Target="../media/image12.png"/><Relationship Id="rId11" Type="http://schemas.openxmlformats.org/officeDocument/2006/relationships/customXml" Target="../ink/ink40.xml"/><Relationship Id="rId5" Type="http://schemas.openxmlformats.org/officeDocument/2006/relationships/customXml" Target="../ink/ink37.xml"/><Relationship Id="rId15" Type="http://schemas.openxmlformats.org/officeDocument/2006/relationships/customXml" Target="../ink/ink42.xml"/><Relationship Id="rId10" Type="http://schemas.openxmlformats.org/officeDocument/2006/relationships/image" Target="../media/image14.png"/><Relationship Id="rId19" Type="http://schemas.openxmlformats.org/officeDocument/2006/relationships/customXml" Target="../ink/ink44.xml"/><Relationship Id="rId4" Type="http://schemas.openxmlformats.org/officeDocument/2006/relationships/image" Target="../media/image10.png"/><Relationship Id="rId9" Type="http://schemas.openxmlformats.org/officeDocument/2006/relationships/customXml" Target="../ink/ink39.xml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80E64-446E-96FF-70E3-69AF363C9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Hoe installeer ik de app op mijn telefoon?</a:t>
            </a:r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D222A6-0254-19FF-CFA5-AE65CE5BD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22" y="3270973"/>
            <a:ext cx="2869007" cy="2869007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623C217F-FB1D-8927-13CB-335863E48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156" y="3848416"/>
            <a:ext cx="30480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1562"/>
      </p:ext>
    </p:extLst>
  </p:cSld>
  <p:clrMapOvr>
    <a:masterClrMapping/>
  </p:clrMapOvr>
  <p:transition spd="slow" advClick="0" advTm="3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D4117-ADAB-B9A8-FB51-C678E415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47F4EB8-B33D-C4F5-BBE3-3CF772A7EA89}"/>
              </a:ext>
            </a:extLst>
          </p:cNvPr>
          <p:cNvSpPr txBox="1"/>
          <p:nvPr/>
        </p:nvSpPr>
        <p:spPr>
          <a:xfrm>
            <a:off x="2494420" y="1886722"/>
            <a:ext cx="745319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2800" dirty="0"/>
              <a:t>ALS DIT GEEN EERSTE INSTALLATIE IS</a:t>
            </a:r>
          </a:p>
          <a:p>
            <a:pPr algn="ctr"/>
            <a:r>
              <a:rPr lang="nl-NL" sz="2800" dirty="0"/>
              <a:t>
VERWIJDER DE EERDER GEÏNSTALLEERDE APP
OM EEN NIEUWE INSTALLATIE TE MAKEN</a:t>
            </a:r>
            <a:endParaRPr lang="fr-BE" sz="2800" dirty="0"/>
          </a:p>
        </p:txBody>
      </p:sp>
    </p:spTree>
    <p:extLst>
      <p:ext uri="{BB962C8B-B14F-4D97-AF65-F5344CB8AC3E}">
        <p14:creationId xmlns:p14="http://schemas.microsoft.com/office/powerpoint/2010/main" val="2275395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BBB59F6-892B-6D0D-8497-9820F989ED6D}"/>
              </a:ext>
            </a:extLst>
          </p:cNvPr>
          <p:cNvSpPr txBox="1"/>
          <p:nvPr/>
        </p:nvSpPr>
        <p:spPr>
          <a:xfrm>
            <a:off x="967685" y="2493773"/>
            <a:ext cx="56568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2400" dirty="0"/>
              <a:t>NA HET KIEZEN VAN DE GEWENSTE STAD
(KLIK OF SCAN DE QR-CODE)</a:t>
            </a:r>
          </a:p>
          <a:p>
            <a:pPr algn="ctr"/>
            <a:r>
              <a:rPr lang="nl-NL" sz="2400" dirty="0"/>
              <a:t>
KIES JE TAAL</a:t>
            </a:r>
            <a:endParaRPr lang="fr-BE" sz="24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A9DF239-7D23-10AC-9C2F-6D9E94680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801" y="168809"/>
            <a:ext cx="3025497" cy="65637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23238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17AE9-4203-66B7-9E4D-56AE334F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3FA3659-D862-3499-AFBF-5251B1C15440}"/>
              </a:ext>
            </a:extLst>
          </p:cNvPr>
          <p:cNvSpPr txBox="1"/>
          <p:nvPr/>
        </p:nvSpPr>
        <p:spPr>
          <a:xfrm>
            <a:off x="818931" y="1376854"/>
            <a:ext cx="713265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2400" dirty="0"/>
              <a:t>KIES OP DE BETALINGSPAGINA
DE "VOLLEDIGE" VERSIE OF DE "LICHTE" VERSIE 
(MINDER INFORMATIE EN ZEER LAGE PRIJS)</a:t>
            </a:r>
          </a:p>
          <a:p>
            <a:pPr algn="ctr"/>
            <a:r>
              <a:rPr lang="nl-NL" sz="2400" dirty="0"/>
              <a:t>
ALS JE AL EEN CODE PER E-MAIL HEBT ONTVANGEN
JE KUNT HET INVOEREN VIA "IK HEB AL EEN CODE"
MAAR ACTIVATIE VIA E-MAIL IS HANDIGER</a:t>
            </a:r>
            <a:endParaRPr lang="fr-BE" sz="24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57EC438-2956-EBD5-C054-E759B04BD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5055" y="0"/>
            <a:ext cx="3164099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3916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8000">
        <p:split orient="vert"/>
      </p:transition>
    </mc:Choice>
    <mc:Fallback>
      <p:transition spd="slow" advClick="0" advTm="8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E66B2-64F6-E662-6A95-DEFE5220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4CB3D74-9157-24D7-B9DC-1DF2A2987D04}"/>
              </a:ext>
            </a:extLst>
          </p:cNvPr>
          <p:cNvSpPr txBox="1"/>
          <p:nvPr/>
        </p:nvSpPr>
        <p:spPr>
          <a:xfrm>
            <a:off x="904825" y="1256133"/>
            <a:ext cx="697473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2800" dirty="0"/>
              <a:t>OP DE BETALINGSPAGINA, ALS JE DAT HEBT
EEN PROMOTIECODE, VOER DEZE IN VIA 
"VOEG PROMOTIECODE TOE“</a:t>
            </a:r>
          </a:p>
          <a:p>
            <a:pPr algn="ctr"/>
            <a:r>
              <a:rPr lang="nl-NL" sz="2800" dirty="0"/>
              <a:t>
VOER JE E-MAILADRES IN 
(JE ONTVANGT JE ACTIVATIECODE)</a:t>
            </a:r>
            <a:br>
              <a:rPr lang="nl-NL" sz="2800" dirty="0"/>
            </a:br>
            <a:r>
              <a:rPr lang="nl-NL" sz="2800" dirty="0"/>
              <a:t>
BEVESTIG JE BETAALMETHODE</a:t>
            </a:r>
          </a:p>
          <a:p>
            <a:pPr algn="ctr"/>
            <a:r>
              <a:rPr lang="nl-NL" sz="2800" dirty="0"/>
              <a:t>
MAAK DE VOLGORDE DEFINITIEF</a:t>
            </a:r>
            <a:endParaRPr lang="fr-BE" sz="2800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988B806-5FDC-EA85-17DB-F9C4364E84B0}"/>
              </a:ext>
            </a:extLst>
          </p:cNvPr>
          <p:cNvCxnSpPr/>
          <p:nvPr/>
        </p:nvCxnSpPr>
        <p:spPr>
          <a:xfrm>
            <a:off x="7873659" y="4522905"/>
            <a:ext cx="667411" cy="214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409B039-AAD5-5798-74E8-7B6C7C3357A9}"/>
              </a:ext>
            </a:extLst>
          </p:cNvPr>
          <p:cNvCxnSpPr/>
          <p:nvPr/>
        </p:nvCxnSpPr>
        <p:spPr>
          <a:xfrm>
            <a:off x="8229600" y="3620779"/>
            <a:ext cx="311470" cy="42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8318AE4A-E9EF-4294-8A96-B970EBAA8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16" y="0"/>
            <a:ext cx="3164099" cy="6858000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DDFDCF44-CE44-383D-BE05-52598A356FA0}"/>
              </a:ext>
            </a:extLst>
          </p:cNvPr>
          <p:cNvCxnSpPr>
            <a:cxnSpLocks/>
          </p:cNvCxnSpPr>
          <p:nvPr/>
        </p:nvCxnSpPr>
        <p:spPr>
          <a:xfrm flipV="1">
            <a:off x="7084679" y="2200083"/>
            <a:ext cx="2470494" cy="189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30241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2000">
        <p:split orient="vert"/>
      </p:transition>
    </mc:Choice>
    <mc:Fallback>
      <p:transition spd="slow" advClick="0" advTm="12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71683-73AE-4AAD-5A28-44B2C275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2059A98-E929-DEC1-1FAE-9F4A5979D850}"/>
              </a:ext>
            </a:extLst>
          </p:cNvPr>
          <p:cNvSpPr txBox="1"/>
          <p:nvPr/>
        </p:nvSpPr>
        <p:spPr>
          <a:xfrm>
            <a:off x="1100790" y="2816086"/>
            <a:ext cx="5319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/>
              <a:t>LEES HET WAARSCHUWINGSBERICHT</a:t>
            </a:r>
            <a:endParaRPr lang="fr-FR" sz="24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D5741BF-205E-716A-A792-403095C09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078" y="0"/>
            <a:ext cx="3164099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8481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2DC2-E065-7A1E-11DB-95E20FBC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11121F4-8F9B-066C-BAB4-AD6714B96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286" y="4073086"/>
            <a:ext cx="2415808" cy="269502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8EC0A3A-0473-EA46-0EE6-F087434178E1}"/>
              </a:ext>
            </a:extLst>
          </p:cNvPr>
          <p:cNvSpPr txBox="1"/>
          <p:nvPr/>
        </p:nvSpPr>
        <p:spPr>
          <a:xfrm>
            <a:off x="-346250" y="320760"/>
            <a:ext cx="804175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2400" dirty="0"/>
              <a:t>OP ANDROID KIES JE SIMPELWEG DE
"AANBEVOLEN – INSTALLEER DE APP ... »
DE APP INSTALLEERT ZICHZELF </a:t>
            </a:r>
          </a:p>
          <a:p>
            <a:pPr algn="ctr"/>
            <a:r>
              <a:rPr lang="nl-NL" sz="2400" dirty="0"/>
              <a:t>
OP IPHONE, NADAT JE DE
"AANBEVOLEN – INSTALLEER DE APP ... »</a:t>
            </a:r>
          </a:p>
          <a:p>
            <a:pPr algn="ctr"/>
            <a:r>
              <a:rPr lang="nl-NL" sz="2400" dirty="0"/>
              <a:t>
VIND HET DEEL-ICOON OP HET SCHERM
HELEMAAL BOVENAAN HET SCHERM OF OP DE 
HELEMAAL ONDERAAN, AFHANKELIJK VAN DE IOS-VERSIE.</a:t>
            </a:r>
            <a:endParaRPr lang="fr-FR" sz="24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423F605-E3E7-B435-40D5-9EDA04C58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006" y="0"/>
            <a:ext cx="3164099" cy="685800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CD61CC2-5790-F5C0-121A-8FAD5A8C7940}"/>
              </a:ext>
            </a:extLst>
          </p:cNvPr>
          <p:cNvCxnSpPr/>
          <p:nvPr/>
        </p:nvCxnSpPr>
        <p:spPr>
          <a:xfrm flipV="1">
            <a:off x="7131094" y="1619388"/>
            <a:ext cx="846893" cy="338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FE7000A-4541-366F-4A46-D013226ECCC9}"/>
              </a:ext>
            </a:extLst>
          </p:cNvPr>
          <p:cNvCxnSpPr/>
          <p:nvPr/>
        </p:nvCxnSpPr>
        <p:spPr>
          <a:xfrm flipV="1">
            <a:off x="6345568" y="693471"/>
            <a:ext cx="4510631" cy="41362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E7ECC35-5E03-A2F6-12A9-0344FAEFDE87}"/>
              </a:ext>
            </a:extLst>
          </p:cNvPr>
          <p:cNvCxnSpPr/>
          <p:nvPr/>
        </p:nvCxnSpPr>
        <p:spPr>
          <a:xfrm flipH="1" flipV="1">
            <a:off x="10420478" y="2884349"/>
            <a:ext cx="196381" cy="1564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037329F4-F86F-E06B-410A-396CD00E0B9B}"/>
              </a:ext>
            </a:extLst>
          </p:cNvPr>
          <p:cNvSpPr txBox="1"/>
          <p:nvPr/>
        </p:nvSpPr>
        <p:spPr>
          <a:xfrm>
            <a:off x="7903738" y="4475744"/>
            <a:ext cx="3667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ALS JE NIET KUNT OF WILT
GEEN INSTALLATIE
KIES "GEEN INSTALLATIE, GEBRUIK
ALS EEN WEBPAGINA »</a:t>
            </a:r>
            <a:endParaRPr lang="fr-B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4319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:split orient="vert"/>
      </p:transition>
    </mc:Choice>
    <mc:Fallback>
      <p:transition spd="slow" advClick="0" advTm="10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049FF-3D1E-933B-136A-AEB5BAA81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A6F578C-78F1-DE45-61AD-5D8111F47DE7}"/>
              </a:ext>
            </a:extLst>
          </p:cNvPr>
          <p:cNvSpPr txBox="1"/>
          <p:nvPr/>
        </p:nvSpPr>
        <p:spPr>
          <a:xfrm>
            <a:off x="1060736" y="2589502"/>
            <a:ext cx="600093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2400" dirty="0"/>
              <a:t>NA HET KLIKKEN OP "DELEN“</a:t>
            </a:r>
          </a:p>
          <a:p>
            <a:pPr algn="ctr"/>
            <a:r>
              <a:rPr lang="nl-NL" sz="2400" dirty="0"/>
              <a:t>
KLIK INDIEN NODIG OP "MEER ZIEN“</a:t>
            </a:r>
          </a:p>
          <a:p>
            <a:pPr algn="ctr"/>
            <a:r>
              <a:rPr lang="nl-NL" sz="2400" dirty="0"/>
              <a:t>
SELECTEER DAN "+ OP HET STARTSCHERM"</a:t>
            </a:r>
            <a:endParaRPr lang="fr-FR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DFC2935-D2E3-69C8-ED8F-BCAA6D9FE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27" y="380488"/>
            <a:ext cx="2764870" cy="59926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49A2EB0A-A424-6C4E-F878-2048C3225C90}"/>
                  </a:ext>
                </a:extLst>
              </p14:cNvPr>
              <p14:cNvContentPartPr/>
              <p14:nvPr/>
            </p14:nvContentPartPr>
            <p14:xfrm>
              <a:off x="7824407" y="1822342"/>
              <a:ext cx="2535120" cy="4356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49A2EB0A-A424-6C4E-F878-2048C3225C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34407" y="1642342"/>
                <a:ext cx="27147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4BED19F8-EB25-DCF2-2A0B-ABF7E7745079}"/>
                  </a:ext>
                </a:extLst>
              </p14:cNvPr>
              <p14:cNvContentPartPr/>
              <p14:nvPr/>
            </p14:nvContentPartPr>
            <p14:xfrm>
              <a:off x="7830527" y="2454502"/>
              <a:ext cx="2479680" cy="720"/>
            </p14:xfrm>
          </p:contentPart>
        </mc:Choice>
        <mc:Fallback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4BED19F8-EB25-DCF2-2A0B-ABF7E77450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0527" y="2094502"/>
                <a:ext cx="2659320" cy="72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59473880-84AF-12D1-0FF9-3B35A6663718}"/>
                  </a:ext>
                </a:extLst>
              </p14:cNvPr>
              <p14:cNvContentPartPr/>
              <p14:nvPr/>
            </p14:nvContentPartPr>
            <p14:xfrm>
              <a:off x="7947167" y="2270542"/>
              <a:ext cx="2406240" cy="720"/>
            </p14:xfrm>
          </p:contentPart>
        </mc:Choice>
        <mc:Fallback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59473880-84AF-12D1-0FF9-3B35A66637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84527" y="2144542"/>
                <a:ext cx="25318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98C951A9-DD06-7402-BF37-3B48FD1CF126}"/>
                  </a:ext>
                </a:extLst>
              </p14:cNvPr>
              <p14:cNvContentPartPr/>
              <p14:nvPr/>
            </p14:nvContentPartPr>
            <p14:xfrm>
              <a:off x="7757087" y="2270542"/>
              <a:ext cx="115920" cy="360"/>
            </p14:xfrm>
          </p:contentPart>
        </mc:Choice>
        <mc:Fallback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98C951A9-DD06-7402-BF37-3B48FD1CF12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94087" y="2207542"/>
                <a:ext cx="241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B026DBEC-4311-370F-347A-BFD6DEBA096F}"/>
                  </a:ext>
                </a:extLst>
              </p14:cNvPr>
              <p14:cNvContentPartPr/>
              <p14:nvPr/>
            </p14:nvContentPartPr>
            <p14:xfrm rot="11277556">
              <a:off x="7784525" y="2261108"/>
              <a:ext cx="182004" cy="19588"/>
            </p14:xfrm>
          </p:contentPart>
        </mc:Choice>
        <mc:Fallback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B026DBEC-4311-370F-347A-BFD6DEBA09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 rot="11277556">
                <a:off x="7721454" y="2197991"/>
                <a:ext cx="307785" cy="146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D494AB8C-6B9D-177A-C048-FC45DBD8CD41}"/>
                  </a:ext>
                </a:extLst>
              </p14:cNvPr>
              <p14:cNvContentPartPr/>
              <p14:nvPr/>
            </p14:nvContentPartPr>
            <p14:xfrm>
              <a:off x="7787687" y="2269822"/>
              <a:ext cx="2625840" cy="142920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D494AB8C-6B9D-177A-C048-FC45DBD8CD4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24687" y="2207182"/>
                <a:ext cx="27514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4540CA08-F21D-61FD-CB1E-697C292BF1ED}"/>
                  </a:ext>
                </a:extLst>
              </p14:cNvPr>
              <p14:cNvContentPartPr/>
              <p14:nvPr/>
            </p14:nvContentPartPr>
            <p14:xfrm>
              <a:off x="7780127" y="2393302"/>
              <a:ext cx="2149560" cy="720"/>
            </p14:xfrm>
          </p:contentPart>
        </mc:Choice>
        <mc:Fallback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4540CA08-F21D-61FD-CB1E-697C292BF1E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17487" y="2268022"/>
                <a:ext cx="2275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647A7CF1-C80B-BB41-0535-7B25F517D908}"/>
                  </a:ext>
                </a:extLst>
              </p14:cNvPr>
              <p14:cNvContentPartPr/>
              <p14:nvPr/>
            </p14:nvContentPartPr>
            <p14:xfrm>
              <a:off x="7762847" y="2516062"/>
              <a:ext cx="2707200" cy="720"/>
            </p14:xfrm>
          </p:contentPart>
        </mc:Choice>
        <mc:Fallback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647A7CF1-C80B-BB41-0535-7B25F517D90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99847" y="2390062"/>
                <a:ext cx="2832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8E6BCFE7-1ACB-A480-AB52-798B276AE618}"/>
                  </a:ext>
                </a:extLst>
              </p14:cNvPr>
              <p14:cNvContentPartPr/>
              <p14:nvPr/>
            </p14:nvContentPartPr>
            <p14:xfrm>
              <a:off x="7744847" y="2589502"/>
              <a:ext cx="2700720" cy="720"/>
            </p14:xfrm>
          </p:contentPart>
        </mc:Choice>
        <mc:Fallback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8E6BCFE7-1ACB-A480-AB52-798B276AE61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81847" y="2463502"/>
                <a:ext cx="28263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828FF9C8-1CFA-C2DF-354E-3696D99794C9}"/>
                  </a:ext>
                </a:extLst>
              </p14:cNvPr>
              <p14:cNvContentPartPr/>
              <p14:nvPr/>
            </p14:nvContentPartPr>
            <p14:xfrm>
              <a:off x="7758167" y="2343622"/>
              <a:ext cx="183960" cy="18360"/>
            </p14:xfrm>
          </p:contentPart>
        </mc:Choice>
        <mc:Fallback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828FF9C8-1CFA-C2DF-354E-3696D99794C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95167" y="2280982"/>
                <a:ext cx="3096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20A54010-B22E-6EB8-76C8-F9CF8B5AC070}"/>
                  </a:ext>
                </a:extLst>
              </p14:cNvPr>
              <p14:cNvContentPartPr/>
              <p14:nvPr/>
            </p14:nvContentPartPr>
            <p14:xfrm>
              <a:off x="7603367" y="2319502"/>
              <a:ext cx="4137480" cy="720"/>
            </p14:xfrm>
          </p:contentPart>
        </mc:Choice>
        <mc:Fallback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20A54010-B22E-6EB8-76C8-F9CF8B5AC07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40367" y="2193502"/>
                <a:ext cx="4263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29991112-5C30-6869-784B-BD2657214F68}"/>
                  </a:ext>
                </a:extLst>
              </p14:cNvPr>
              <p14:cNvContentPartPr/>
              <p14:nvPr/>
            </p14:nvContentPartPr>
            <p14:xfrm>
              <a:off x="6731447" y="2311942"/>
              <a:ext cx="3658680" cy="202320"/>
            </p14:xfrm>
          </p:contentPart>
        </mc:Choice>
        <mc:Fallback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29991112-5C30-6869-784B-BD2657214F6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68447" y="2248942"/>
                <a:ext cx="378432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1" name="Encre 40">
                <a:extLst>
                  <a:ext uri="{FF2B5EF4-FFF2-40B4-BE49-F238E27FC236}">
                    <a16:creationId xmlns:a16="http://schemas.microsoft.com/office/drawing/2014/main" id="{F7AA1446-065C-86AD-31D5-312B0B896CB5}"/>
                  </a:ext>
                </a:extLst>
              </p14:cNvPr>
              <p14:cNvContentPartPr/>
              <p14:nvPr/>
            </p14:nvContentPartPr>
            <p14:xfrm>
              <a:off x="7812951" y="1672291"/>
              <a:ext cx="2580120" cy="74520"/>
            </p14:xfrm>
          </p:contentPart>
        </mc:Choice>
        <mc:Fallback>
          <p:pic>
            <p:nvPicPr>
              <p:cNvPr id="41" name="Encre 40">
                <a:extLst>
                  <a:ext uri="{FF2B5EF4-FFF2-40B4-BE49-F238E27FC236}">
                    <a16:creationId xmlns:a16="http://schemas.microsoft.com/office/drawing/2014/main" id="{F7AA1446-065C-86AD-31D5-312B0B896CB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49951" y="1609651"/>
                <a:ext cx="27057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3" name="Encre 42">
                <a:extLst>
                  <a:ext uri="{FF2B5EF4-FFF2-40B4-BE49-F238E27FC236}">
                    <a16:creationId xmlns:a16="http://schemas.microsoft.com/office/drawing/2014/main" id="{42716707-010C-3526-9D97-A31011F7CF2A}"/>
                  </a:ext>
                </a:extLst>
              </p14:cNvPr>
              <p14:cNvContentPartPr/>
              <p14:nvPr/>
            </p14:nvContentPartPr>
            <p14:xfrm>
              <a:off x="7783431" y="1694971"/>
              <a:ext cx="2698920" cy="156240"/>
            </p14:xfrm>
          </p:contentPart>
        </mc:Choice>
        <mc:Fallback>
          <p:pic>
            <p:nvPicPr>
              <p:cNvPr id="43" name="Encre 42">
                <a:extLst>
                  <a:ext uri="{FF2B5EF4-FFF2-40B4-BE49-F238E27FC236}">
                    <a16:creationId xmlns:a16="http://schemas.microsoft.com/office/drawing/2014/main" id="{42716707-010C-3526-9D97-A31011F7CF2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720431" y="1631971"/>
                <a:ext cx="28245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63C3F872-205E-4D44-7BC3-09C682938A69}"/>
                  </a:ext>
                </a:extLst>
              </p14:cNvPr>
              <p14:cNvContentPartPr/>
              <p14:nvPr/>
            </p14:nvContentPartPr>
            <p14:xfrm>
              <a:off x="7842831" y="1769131"/>
              <a:ext cx="2720880" cy="178920"/>
            </p14:xfrm>
          </p:contentPart>
        </mc:Choice>
        <mc:Fallback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63C3F872-205E-4D44-7BC3-09C682938A6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780191" y="1706131"/>
                <a:ext cx="284652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7" name="Encre 46">
                <a:extLst>
                  <a:ext uri="{FF2B5EF4-FFF2-40B4-BE49-F238E27FC236}">
                    <a16:creationId xmlns:a16="http://schemas.microsoft.com/office/drawing/2014/main" id="{7CDFBFDF-720A-B62E-D762-BEBDEBC51B7C}"/>
                  </a:ext>
                </a:extLst>
              </p14:cNvPr>
              <p14:cNvContentPartPr/>
              <p14:nvPr/>
            </p14:nvContentPartPr>
            <p14:xfrm>
              <a:off x="7887111" y="1850851"/>
              <a:ext cx="2587680" cy="186120"/>
            </p14:xfrm>
          </p:contentPart>
        </mc:Choice>
        <mc:Fallback>
          <p:pic>
            <p:nvPicPr>
              <p:cNvPr id="47" name="Encre 46">
                <a:extLst>
                  <a:ext uri="{FF2B5EF4-FFF2-40B4-BE49-F238E27FC236}">
                    <a16:creationId xmlns:a16="http://schemas.microsoft.com/office/drawing/2014/main" id="{7CDFBFDF-720A-B62E-D762-BEBDEBC51B7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824111" y="1787851"/>
                <a:ext cx="27133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A3527BE9-30AB-050A-0C5A-A9C8FA7BBE13}"/>
                  </a:ext>
                </a:extLst>
              </p14:cNvPr>
              <p14:cNvContentPartPr/>
              <p14:nvPr/>
            </p14:nvContentPartPr>
            <p14:xfrm>
              <a:off x="7939671" y="2140291"/>
              <a:ext cx="2592360" cy="68400"/>
            </p14:xfrm>
          </p:contentPart>
        </mc:Choice>
        <mc:Fallback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A3527BE9-30AB-050A-0C5A-A9C8FA7BBE1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76671" y="2077651"/>
                <a:ext cx="27180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8A501ADA-AE14-D6BD-02CA-30FF7E77C8A2}"/>
                  </a:ext>
                </a:extLst>
              </p14:cNvPr>
              <p14:cNvContentPartPr/>
              <p14:nvPr/>
            </p14:nvContentPartPr>
            <p14:xfrm>
              <a:off x="7887111" y="2111131"/>
              <a:ext cx="2439360" cy="720"/>
            </p14:xfrm>
          </p:contentPart>
        </mc:Choice>
        <mc:Fallback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8A501ADA-AE14-D6BD-02CA-30FF7E77C8A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24111" y="1985131"/>
                <a:ext cx="25650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B1486985-F3C0-5D22-34EE-D8C38E30B4E5}"/>
                  </a:ext>
                </a:extLst>
              </p14:cNvPr>
              <p14:cNvContentPartPr/>
              <p14:nvPr/>
            </p14:nvContentPartPr>
            <p14:xfrm>
              <a:off x="8707911" y="2007091"/>
              <a:ext cx="1767240" cy="92520"/>
            </p14:xfrm>
          </p:contentPart>
        </mc:Choice>
        <mc:Fallback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B1486985-F3C0-5D22-34EE-D8C38E30B4E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44911" y="1944451"/>
                <a:ext cx="18928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46F6BF3D-FD36-29C5-26D4-0E6B5E668E0F}"/>
                  </a:ext>
                </a:extLst>
              </p14:cNvPr>
              <p14:cNvContentPartPr/>
              <p14:nvPr/>
            </p14:nvContentPartPr>
            <p14:xfrm>
              <a:off x="9185991" y="1947331"/>
              <a:ext cx="1222200" cy="153360"/>
            </p14:xfrm>
          </p:contentPart>
        </mc:Choice>
        <mc:Fallback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46F6BF3D-FD36-29C5-26D4-0E6B5E668E0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122991" y="1884331"/>
                <a:ext cx="134784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3" name="Encre 52">
                <a:extLst>
                  <a:ext uri="{FF2B5EF4-FFF2-40B4-BE49-F238E27FC236}">
                    <a16:creationId xmlns:a16="http://schemas.microsoft.com/office/drawing/2014/main" id="{3071D2B4-90C0-A739-4CA8-CDFD6BA2CCD5}"/>
                  </a:ext>
                </a:extLst>
              </p14:cNvPr>
              <p14:cNvContentPartPr/>
              <p14:nvPr/>
            </p14:nvContentPartPr>
            <p14:xfrm>
              <a:off x="10399911" y="1955611"/>
              <a:ext cx="8280" cy="163800"/>
            </p14:xfrm>
          </p:contentPart>
        </mc:Choice>
        <mc:Fallback>
          <p:pic>
            <p:nvPicPr>
              <p:cNvPr id="53" name="Encre 52">
                <a:extLst>
                  <a:ext uri="{FF2B5EF4-FFF2-40B4-BE49-F238E27FC236}">
                    <a16:creationId xmlns:a16="http://schemas.microsoft.com/office/drawing/2014/main" id="{3071D2B4-90C0-A739-4CA8-CDFD6BA2CCD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337271" y="1892971"/>
                <a:ext cx="1339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CD379C54-4C83-1EBD-F97A-7DDB8818E599}"/>
                  </a:ext>
                </a:extLst>
              </p14:cNvPr>
              <p14:cNvContentPartPr/>
              <p14:nvPr/>
            </p14:nvContentPartPr>
            <p14:xfrm>
              <a:off x="7738791" y="1724131"/>
              <a:ext cx="7560" cy="439200"/>
            </p14:xfrm>
          </p:contentPart>
        </mc:Choice>
        <mc:Fallback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CD379C54-4C83-1EBD-F97A-7DDB8818E59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75791" y="1661491"/>
                <a:ext cx="13320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B597409D-CC0B-C3DA-0DCF-D250A0564A30}"/>
                  </a:ext>
                </a:extLst>
              </p14:cNvPr>
              <p14:cNvContentPartPr/>
              <p14:nvPr/>
            </p14:nvContentPartPr>
            <p14:xfrm>
              <a:off x="7745991" y="2139931"/>
              <a:ext cx="155880" cy="23400"/>
            </p14:xfrm>
          </p:contentPart>
        </mc:Choice>
        <mc:Fallback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B597409D-CC0B-C3DA-0DCF-D250A0564A3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83351" y="2077291"/>
                <a:ext cx="281520" cy="1490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19864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A806A-4B1A-E48E-A290-8EBD9931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A537322-E97C-B27B-C287-FEA6D6D4F5D9}"/>
              </a:ext>
            </a:extLst>
          </p:cNvPr>
          <p:cNvSpPr txBox="1"/>
          <p:nvPr/>
        </p:nvSpPr>
        <p:spPr>
          <a:xfrm>
            <a:off x="778617" y="2589502"/>
            <a:ext cx="656519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2400" dirty="0"/>
              <a:t>ALS HET NIET AUTOMATISCH GESELECTEERD IS</a:t>
            </a:r>
          </a:p>
          <a:p>
            <a:pPr algn="ctr"/>
            <a:r>
              <a:rPr lang="nl-NL" sz="2400" dirty="0"/>
              <a:t>
KIES "OPEN ALS WEBAPP“</a:t>
            </a:r>
          </a:p>
          <a:p>
            <a:pPr algn="ctr"/>
            <a:r>
              <a:rPr lang="nl-NL" sz="2400" dirty="0"/>
              <a:t>
KLIK OP "TOEVOEGEN"</a:t>
            </a:r>
            <a:endParaRPr lang="fr-FR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7A2BD977-F158-2A5E-EFAA-B77AE8993687}"/>
                  </a:ext>
                </a:extLst>
              </p14:cNvPr>
              <p14:cNvContentPartPr/>
              <p14:nvPr/>
            </p14:nvContentPartPr>
            <p14:xfrm>
              <a:off x="7824407" y="1822342"/>
              <a:ext cx="2535120" cy="4356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7A2BD977-F158-2A5E-EFAA-B77AE89936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34407" y="1642342"/>
                <a:ext cx="27147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942207E2-D406-387D-1567-4A67BB0D85E4}"/>
                  </a:ext>
                </a:extLst>
              </p14:cNvPr>
              <p14:cNvContentPartPr/>
              <p14:nvPr/>
            </p14:nvContentPartPr>
            <p14:xfrm>
              <a:off x="7830527" y="2454502"/>
              <a:ext cx="2479680" cy="720"/>
            </p14:xfrm>
          </p:contentPart>
        </mc:Choice>
        <mc:Fallback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942207E2-D406-387D-1567-4A67BB0D85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40527" y="2094502"/>
                <a:ext cx="2659320" cy="72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ADFDA6D0-252B-A15C-6995-A1E16ACEDBD1}"/>
                  </a:ext>
                </a:extLst>
              </p14:cNvPr>
              <p14:cNvContentPartPr/>
              <p14:nvPr/>
            </p14:nvContentPartPr>
            <p14:xfrm>
              <a:off x="7947167" y="2270542"/>
              <a:ext cx="2406240" cy="720"/>
            </p14:xfrm>
          </p:contentPart>
        </mc:Choice>
        <mc:Fallback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ADFDA6D0-252B-A15C-6995-A1E16ACEDB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84158" y="2144542"/>
                <a:ext cx="2531899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174E17DD-69B5-098A-E30E-B6DD701A5A18}"/>
                  </a:ext>
                </a:extLst>
              </p14:cNvPr>
              <p14:cNvContentPartPr/>
              <p14:nvPr/>
            </p14:nvContentPartPr>
            <p14:xfrm>
              <a:off x="7757087" y="2270542"/>
              <a:ext cx="115920" cy="360"/>
            </p14:xfrm>
          </p:contentPart>
        </mc:Choice>
        <mc:Fallback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174E17DD-69B5-098A-E30E-B6DD701A5A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94087" y="2207542"/>
                <a:ext cx="241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26133710-8F79-79A8-159E-CAA195205AF1}"/>
                  </a:ext>
                </a:extLst>
              </p14:cNvPr>
              <p14:cNvContentPartPr/>
              <p14:nvPr/>
            </p14:nvContentPartPr>
            <p14:xfrm rot="11277556">
              <a:off x="7784525" y="2261108"/>
              <a:ext cx="182004" cy="19588"/>
            </p14:xfrm>
          </p:contentPart>
        </mc:Choice>
        <mc:Fallback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26133710-8F79-79A8-159E-CAA195205A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 rot="11277556">
                <a:off x="7721579" y="2197628"/>
                <a:ext cx="307536" cy="146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9C36562F-F75C-56D8-3132-ED2866B0B719}"/>
                  </a:ext>
                </a:extLst>
              </p14:cNvPr>
              <p14:cNvContentPartPr/>
              <p14:nvPr/>
            </p14:nvContentPartPr>
            <p14:xfrm>
              <a:off x="7787687" y="2269822"/>
              <a:ext cx="2625840" cy="142920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9C36562F-F75C-56D8-3132-ED2866B0B71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24687" y="2206822"/>
                <a:ext cx="27514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0FBC71A3-CFBA-BC4F-0EBA-D6CF54E330F7}"/>
                  </a:ext>
                </a:extLst>
              </p14:cNvPr>
              <p14:cNvContentPartPr/>
              <p14:nvPr/>
            </p14:nvContentPartPr>
            <p14:xfrm>
              <a:off x="7780127" y="2393302"/>
              <a:ext cx="2149560" cy="720"/>
            </p14:xfrm>
          </p:contentPart>
        </mc:Choice>
        <mc:Fallback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0FBC71A3-CFBA-BC4F-0EBA-D6CF54E330F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17127" y="2267302"/>
                <a:ext cx="2275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85230D20-E9C1-D3D1-8FC3-1A6465872C8C}"/>
                  </a:ext>
                </a:extLst>
              </p14:cNvPr>
              <p14:cNvContentPartPr/>
              <p14:nvPr/>
            </p14:nvContentPartPr>
            <p14:xfrm>
              <a:off x="7762847" y="2516062"/>
              <a:ext cx="2707200" cy="720"/>
            </p14:xfrm>
          </p:contentPart>
        </mc:Choice>
        <mc:Fallback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85230D20-E9C1-D3D1-8FC3-1A6465872C8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99847" y="2390062"/>
                <a:ext cx="2832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FAD09A51-77DB-2CD9-E08E-5495C56CCAFA}"/>
                  </a:ext>
                </a:extLst>
              </p14:cNvPr>
              <p14:cNvContentPartPr/>
              <p14:nvPr/>
            </p14:nvContentPartPr>
            <p14:xfrm>
              <a:off x="7744847" y="2589502"/>
              <a:ext cx="2700720" cy="720"/>
            </p14:xfrm>
          </p:contentPart>
        </mc:Choice>
        <mc:Fallback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FAD09A51-77DB-2CD9-E08E-5495C56CCAF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81847" y="2463502"/>
                <a:ext cx="28263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6DA394BC-D331-6A20-16AF-B34911413D74}"/>
                  </a:ext>
                </a:extLst>
              </p14:cNvPr>
              <p14:cNvContentPartPr/>
              <p14:nvPr/>
            </p14:nvContentPartPr>
            <p14:xfrm>
              <a:off x="7758167" y="2343622"/>
              <a:ext cx="183960" cy="18360"/>
            </p14:xfrm>
          </p:contentPart>
        </mc:Choice>
        <mc:Fallback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6DA394BC-D331-6A20-16AF-B34911413D7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95167" y="2279362"/>
                <a:ext cx="309600" cy="146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A4766A84-BDAD-7540-D645-1F4A414E9C9F}"/>
                  </a:ext>
                </a:extLst>
              </p14:cNvPr>
              <p14:cNvContentPartPr/>
              <p14:nvPr/>
            </p14:nvContentPartPr>
            <p14:xfrm>
              <a:off x="7603367" y="2319502"/>
              <a:ext cx="4137480" cy="720"/>
            </p14:xfrm>
          </p:contentPart>
        </mc:Choice>
        <mc:Fallback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A4766A84-BDAD-7540-D645-1F4A414E9C9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540367" y="2193502"/>
                <a:ext cx="4263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317FC21B-82F1-9211-2CE4-DA964FE099F7}"/>
                  </a:ext>
                </a:extLst>
              </p14:cNvPr>
              <p14:cNvContentPartPr/>
              <p14:nvPr/>
            </p14:nvContentPartPr>
            <p14:xfrm>
              <a:off x="6731447" y="2311942"/>
              <a:ext cx="3658680" cy="202320"/>
            </p14:xfrm>
          </p:contentPart>
        </mc:Choice>
        <mc:Fallback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317FC21B-82F1-9211-2CE4-DA964FE099F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668447" y="2249054"/>
                <a:ext cx="3784320" cy="327737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8F855916-A1E3-223E-CE85-FEEE9C18991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761" y="0"/>
            <a:ext cx="3157485" cy="68501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32095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5C533-F2FA-50A3-24CD-6FA9946E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11359DB-176D-3596-B602-F0EE62627736}"/>
              </a:ext>
            </a:extLst>
          </p:cNvPr>
          <p:cNvSpPr txBox="1"/>
          <p:nvPr/>
        </p:nvSpPr>
        <p:spPr>
          <a:xfrm>
            <a:off x="791637" y="1822342"/>
            <a:ext cx="65060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2400" dirty="0"/>
              <a:t>DE APP IS NU OP JE APPARAAT GEÏNSTALLEERD</a:t>
            </a:r>
          </a:p>
          <a:p>
            <a:pPr algn="ctr"/>
            <a:r>
              <a:rPr lang="nl-NL" sz="2400" dirty="0"/>
              <a:t>
ZOEK NAAR HET CITYLOOP QUEST-ICOON
EN DAAR GAAN WE!
FIJNE WANDELING!</a:t>
            </a:r>
            <a:endParaRPr lang="fr-FR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714840AC-3A05-5DB4-C227-B3B8AC091CF5}"/>
                  </a:ext>
                </a:extLst>
              </p14:cNvPr>
              <p14:cNvContentPartPr/>
              <p14:nvPr/>
            </p14:nvContentPartPr>
            <p14:xfrm>
              <a:off x="7824407" y="1822342"/>
              <a:ext cx="2535120" cy="4356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714840AC-3A05-5DB4-C227-B3B8AC091C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34407" y="1642342"/>
                <a:ext cx="27147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93FAF6F1-CEC5-6F31-B59D-976D476E955B}"/>
                  </a:ext>
                </a:extLst>
              </p14:cNvPr>
              <p14:cNvContentPartPr/>
              <p14:nvPr/>
            </p14:nvContentPartPr>
            <p14:xfrm>
              <a:off x="7947167" y="2270542"/>
              <a:ext cx="2406240" cy="720"/>
            </p14:xfrm>
          </p:contentPart>
        </mc:Choice>
        <mc:Fallback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93FAF6F1-CEC5-6F31-B59D-976D476E95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4158" y="2144542"/>
                <a:ext cx="2531899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52918010-49E2-66BC-8D1D-753022E4290B}"/>
                  </a:ext>
                </a:extLst>
              </p14:cNvPr>
              <p14:cNvContentPartPr/>
              <p14:nvPr/>
            </p14:nvContentPartPr>
            <p14:xfrm>
              <a:off x="7757087" y="2270542"/>
              <a:ext cx="115920" cy="360"/>
            </p14:xfrm>
          </p:contentPart>
        </mc:Choice>
        <mc:Fallback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52918010-49E2-66BC-8D1D-753022E429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94087" y="2207542"/>
                <a:ext cx="241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343E106B-73C3-FC40-1F09-3454CCBDB2D1}"/>
                  </a:ext>
                </a:extLst>
              </p14:cNvPr>
              <p14:cNvContentPartPr/>
              <p14:nvPr/>
            </p14:nvContentPartPr>
            <p14:xfrm rot="11277556">
              <a:off x="7784525" y="2261108"/>
              <a:ext cx="182004" cy="19588"/>
            </p14:xfrm>
          </p:contentPart>
        </mc:Choice>
        <mc:Fallback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343E106B-73C3-FC40-1F09-3454CCBDB2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 rot="11277556">
                <a:off x="7721579" y="2197628"/>
                <a:ext cx="307536" cy="146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4017D7EE-7E84-627A-B2FF-22D431A62451}"/>
                  </a:ext>
                </a:extLst>
              </p14:cNvPr>
              <p14:cNvContentPartPr/>
              <p14:nvPr/>
            </p14:nvContentPartPr>
            <p14:xfrm>
              <a:off x="7787687" y="2269822"/>
              <a:ext cx="2625840" cy="142920"/>
            </p14:xfrm>
          </p:contentPart>
        </mc:Choice>
        <mc:Fallback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4017D7EE-7E84-627A-B2FF-22D431A6245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24687" y="2206822"/>
                <a:ext cx="27514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39E0BC8A-7C11-C4E4-8040-D892D188BE3E}"/>
                  </a:ext>
                </a:extLst>
              </p14:cNvPr>
              <p14:cNvContentPartPr/>
              <p14:nvPr/>
            </p14:nvContentPartPr>
            <p14:xfrm>
              <a:off x="7780127" y="2393302"/>
              <a:ext cx="2149560" cy="720"/>
            </p14:xfrm>
          </p:contentPart>
        </mc:Choice>
        <mc:Fallback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39E0BC8A-7C11-C4E4-8040-D892D188BE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17127" y="2267302"/>
                <a:ext cx="2275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B969E95C-46F9-3B51-6C37-2F6A86589E50}"/>
                  </a:ext>
                </a:extLst>
              </p14:cNvPr>
              <p14:cNvContentPartPr/>
              <p14:nvPr/>
            </p14:nvContentPartPr>
            <p14:xfrm>
              <a:off x="7758167" y="2343622"/>
              <a:ext cx="183960" cy="18360"/>
            </p14:xfrm>
          </p:contentPart>
        </mc:Choice>
        <mc:Fallback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B969E95C-46F9-3B51-6C37-2F6A86589E5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95167" y="2279362"/>
                <a:ext cx="309600" cy="146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2394415C-8BD1-984E-50C8-2FD8A6BE2DFC}"/>
                  </a:ext>
                </a:extLst>
              </p14:cNvPr>
              <p14:cNvContentPartPr/>
              <p14:nvPr/>
            </p14:nvContentPartPr>
            <p14:xfrm>
              <a:off x="7603367" y="2319502"/>
              <a:ext cx="4137480" cy="720"/>
            </p14:xfrm>
          </p:contentPart>
        </mc:Choice>
        <mc:Fallback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2394415C-8BD1-984E-50C8-2FD8A6BE2DF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540367" y="2193502"/>
                <a:ext cx="4263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16AC7706-C3A5-A04B-48C2-0BDEB01DCAE7}"/>
                  </a:ext>
                </a:extLst>
              </p14:cNvPr>
              <p14:cNvContentPartPr/>
              <p14:nvPr/>
            </p14:nvContentPartPr>
            <p14:xfrm>
              <a:off x="6731447" y="2311942"/>
              <a:ext cx="3658680" cy="202320"/>
            </p14:xfrm>
          </p:contentPart>
        </mc:Choice>
        <mc:Fallback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16AC7706-C3A5-A04B-48C2-0BDEB01DCAE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68447" y="2249054"/>
                <a:ext cx="3784320" cy="327737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0A0ECE45-EE02-80A3-735A-94BE86D91CD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009" y="1289261"/>
            <a:ext cx="4114289" cy="41142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7946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7000">
        <p:split orient="vert"/>
      </p:transition>
    </mc:Choice>
    <mc:Fallback>
      <p:transition spd="slow" advClick="0" advTm="7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Grand écran</PresentationFormat>
  <Paragraphs>23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Hoe installeer ik de app op mijn telefoon?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Alain GRENIER</dc:creator>
  <cp:lastModifiedBy>Alain GRENIER</cp:lastModifiedBy>
  <cp:revision>10</cp:revision>
  <dcterms:created xsi:type="dcterms:W3CDTF">2026-03-28T17:03:08Z</dcterms:created>
  <dcterms:modified xsi:type="dcterms:W3CDTF">2026-03-28T20:07:10Z</dcterms:modified>
</cp:coreProperties>
</file>